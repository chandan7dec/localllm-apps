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AI Roadmap Q4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Deployment &amp; Infrastructure Scaling</a:t>
            </a:r>
          </a:p>
          <a:p>
            <a:r>
              <a:t>Author: AnyDoc Intelligence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Strategic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Multi-Format Document Processing (PPTX, DOCX, PDF, CSV)</a:t>
            </a:r>
          </a:p>
          <a:p>
            <a:r>
              <a:t>2. Zero-Data Retention Local LLM Ingestion (Ollama Llama 3.2)</a:t>
            </a:r>
          </a:p>
          <a:p>
            <a:r>
              <a:t>3. Enterprise Security &amp; Role-Based Access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